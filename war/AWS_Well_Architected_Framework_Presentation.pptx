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161" autoAdjust="0"/>
  </p:normalViewPr>
  <p:slideViewPr>
    <p:cSldViewPr snapToGrid="0" snapToObjects="1">
      <p:cViewPr varScale="1">
        <p:scale>
          <a:sx n="56" d="100"/>
          <a:sy n="56" d="100"/>
        </p:scale>
        <p:origin x="221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A2D0-3083-4A64-88EE-68E83C00D4D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58701-C990-43AC-AE58-68A81D723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02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Use the created  Key for SNS topic for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368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Control Tower creates shared services (SNS, Roles) which are part of Home region. Select it based on the requirement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040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99A5-1F21-D267-F28D-C981D80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111B5-EFE8-8F54-47E2-4FC8B654B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5D507-5EC0-03A4-4AC1-2F7652709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Control Tower gives the default names . Security OU  is for Security purpose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46599-BA61-0468-6FD4-D84A032B0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653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63A1-5D3C-6F70-6890-C3A6C4DF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A6100-5B95-C810-2E8C-A41F842DC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E96F7-48CF-58FA-4F80-56B7CA35E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Email id for account creation. The KMS, if you enable it is single Key used across  securing control tower services (</a:t>
            </a:r>
            <a:r>
              <a:rPr lang="en-IN" dirty="0" err="1"/>
              <a:t>cloudwatch</a:t>
            </a:r>
            <a:r>
              <a:rPr lang="en-IN" dirty="0"/>
              <a:t>, cloud trail </a:t>
            </a:r>
            <a:r>
              <a:rPr lang="en-IN" dirty="0" err="1"/>
              <a:t>aws</a:t>
            </a:r>
            <a:r>
              <a:rPr lang="en-IN" dirty="0"/>
              <a:t> config)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07E1B-EDA8-FD36-5056-EA5ECF945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08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6E3F-8565-EFAD-E05E-3303E8B1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D82AF-9EB2-6162-F346-D6CDBEEEF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6ABA6-E356-98A4-5AF7-E8E220BF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ControlTowerAdmin</a:t>
            </a:r>
            <a:r>
              <a:rPr lang="en-IN" dirty="0"/>
              <a:t> created to control all services inside the organizations and the infrastructure creation to set up landing zone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03DF9-1F73-A8EB-CC05-D0D243FAC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974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CD7A-B8B9-5ABC-0DB1-662EBB7F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96383-AD39-F515-ABDC-5D4DD0113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699E3-4A12-3163-7C36-9DC250758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B39C9-66F8-4715-2DDF-B94C2938F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80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C640-17D5-43D8-06DF-D54EDC6B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4310B-0C6D-E6EA-C6E5-7E7493105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1585B-921B-34B0-A22A-88718F9ED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FF73-E9B3-E4CA-41D6-DB9E1C7AF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74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0570-61A5-ED85-9460-5A0B4F07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3DBF4-9698-F489-4C1A-B3E9BD7D9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4C52E-2EBE-6990-736C-5FFCE0440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role used by the AWS config service to prepare the configuration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44959-A5AC-F081-1FF5-E9D677AEC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804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1C46E-0C48-0563-674A-2CCC37F9E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258FB-CA78-E79D-7108-B67614A46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33D8A-51E5-2FCD-DA7A-58E3E4544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takes more than 40 mins to finish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B8D1E-7569-2828-E30B-5A1665073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668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B0F4-E58F-F764-43FC-143181ED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523D4-6CB8-D951-F28D-B03F2674C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7F42D-C429-8DCF-A3C0-513C897BE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creates the SSO page with list of AWS accounts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AC794-FBA0-3426-E74B-57C4DCC43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0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C0FE-558D-548D-484F-EB7C3715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953C0-6A5B-A9F3-3681-3DDBC29D2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73C67-22AE-7C37-2A4A-C124FA611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64421-DE71-5E9C-9816-CE00971FE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801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AA8D-374A-AB71-331D-17A65FCF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6388B-BB38-E5EC-7F01-9FB1A8E21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1A762-ECF4-A287-8656-6ACF8633D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the Users menu we can see the root user details. In groups , we can see the groups created by control tower. We can login to each account and see the roles created by control tower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BA22-8CCB-0C5E-28A3-B504E0DD5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621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3B54-A83A-10D6-2FFD-0454CBAE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27C9C-E569-956C-2283-20594F13C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571B5-9F80-EA1D-CC3E-3ACCD8234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new feature by AWS . It is a Terraform module that makes it easy to create and Customize new accounts with the Organization’s security guidelines.</a:t>
            </a:r>
          </a:p>
          <a:p>
            <a:r>
              <a:rPr lang="en-IN" dirty="0"/>
              <a:t>This is available in </a:t>
            </a:r>
            <a:r>
              <a:rPr lang="en-IN" dirty="0" err="1"/>
              <a:t>Hashicorp</a:t>
            </a:r>
            <a:r>
              <a:rPr lang="en-IN" dirty="0"/>
              <a:t> website</a:t>
            </a:r>
          </a:p>
          <a:p>
            <a:r>
              <a:rPr lang="en-IN" dirty="0"/>
              <a:t>AFT architecture has three high-level principles : </a:t>
            </a:r>
          </a:p>
          <a:p>
            <a:r>
              <a:rPr lang="en-IN" dirty="0"/>
              <a:t>	• AFT Pipeline (mandatory) is a main, automated pipeline for accounts creation and customization </a:t>
            </a:r>
          </a:p>
          <a:p>
            <a:r>
              <a:rPr lang="en-IN" dirty="0"/>
              <a:t>	• AFT Feature Options (optional) are built-in components- CloudTrail data event logging to S3- Removing default VPC in all regions- Automated enrolment in AWS Enterprise Support plan </a:t>
            </a:r>
          </a:p>
          <a:p>
            <a:r>
              <a:rPr lang="en-IN" dirty="0"/>
              <a:t>	• AFT Customization (optional) customization scripts implementation (Terraform and others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A4DFD-A215-DD06-DCEA-54BF372E0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250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184E9-718C-D1AB-2837-B8630C2C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22C06-CDFF-551F-DEAC-3648EAB21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726A8-F1A4-9E2C-48A1-4E782CDC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Terraform version must be greater than 0.15 </a:t>
            </a:r>
          </a:p>
          <a:p>
            <a:r>
              <a:rPr lang="en-IN" dirty="0"/>
              <a:t>1 - Define Terraform script with account information and push on GIT changes Web hook configured in git to get the new changes</a:t>
            </a:r>
          </a:p>
          <a:p>
            <a:r>
              <a:rPr lang="en-IN" dirty="0"/>
              <a:t>2 - </a:t>
            </a:r>
            <a:r>
              <a:rPr lang="en-IN" dirty="0" err="1"/>
              <a:t>CodeStar</a:t>
            </a:r>
            <a:r>
              <a:rPr lang="en-IN" dirty="0"/>
              <a:t> receive notification about changes and trigger </a:t>
            </a:r>
            <a:r>
              <a:rPr lang="en-IN" dirty="0" err="1"/>
              <a:t>CodeBuild</a:t>
            </a:r>
            <a:r>
              <a:rPr lang="en-IN" dirty="0"/>
              <a:t> with the implementation of TF scripts</a:t>
            </a:r>
          </a:p>
          <a:p>
            <a:r>
              <a:rPr lang="en-IN" dirty="0"/>
              <a:t>3 - </a:t>
            </a:r>
            <a:r>
              <a:rPr lang="en-IN" dirty="0" err="1"/>
              <a:t>CodeBuild</a:t>
            </a:r>
            <a:r>
              <a:rPr lang="en-IN" dirty="0"/>
              <a:t> insert DynamoDB item with new account request</a:t>
            </a:r>
          </a:p>
          <a:p>
            <a:r>
              <a:rPr lang="en-IN" dirty="0"/>
              <a:t>4 - DynamoDB triggering two lambda functions</a:t>
            </a:r>
          </a:p>
          <a:p>
            <a:r>
              <a:rPr lang="en-IN" dirty="0"/>
              <a:t>5 - Lambda, triggered by the schedule of AWS </a:t>
            </a:r>
            <a:r>
              <a:rPr lang="en-IN" dirty="0" err="1"/>
              <a:t>EventBridge</a:t>
            </a:r>
            <a:r>
              <a:rPr lang="en-IN" dirty="0"/>
              <a:t>, pulls a message from SQS and does a request to AWS Account Factory</a:t>
            </a:r>
          </a:p>
          <a:p>
            <a:r>
              <a:rPr lang="en-IN" dirty="0"/>
              <a:t>6 - AWS Account Factory creates of account using Control Tower and after triggers customization scripts</a:t>
            </a:r>
          </a:p>
          <a:p>
            <a:r>
              <a:rPr lang="en-IN" dirty="0"/>
              <a:t>4.2 Lambda pushes the account request to the SQS queue</a:t>
            </a:r>
          </a:p>
          <a:p>
            <a:r>
              <a:rPr lang="en-IN" dirty="0"/>
              <a:t>4.1 Lambda stores new account data on another DynamoDB table for audit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7CAC0-84B8-D976-6D67-814CF5F98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466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8591-45B6-C5FD-D464-767F524D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65E95-0F24-EB56-A93D-C8F9C610C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653DD-0A38-19F7-68CD-43059591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From your local Run the first repo  to create buckets, code pipeline and code build. Provide the </a:t>
            </a:r>
            <a:r>
              <a:rPr lang="en-IN" dirty="0" err="1"/>
              <a:t>aws</a:t>
            </a:r>
            <a:r>
              <a:rPr lang="en-IN" dirty="0"/>
              <a:t> and </a:t>
            </a:r>
            <a:r>
              <a:rPr lang="en-IN" dirty="0" err="1"/>
              <a:t>github</a:t>
            </a:r>
            <a:r>
              <a:rPr lang="en-IN" dirty="0"/>
              <a:t> account details “</a:t>
            </a:r>
            <a:r>
              <a:rPr lang="en-IN" dirty="0" err="1"/>
              <a:t>terraform.tfvars</a:t>
            </a:r>
            <a:r>
              <a:rPr lang="en-IN" dirty="0"/>
              <a:t>”</a:t>
            </a:r>
          </a:p>
          <a:p>
            <a:endParaRPr lang="en-IN" dirty="0"/>
          </a:p>
          <a:p>
            <a:r>
              <a:rPr lang="en-IN" dirty="0"/>
              <a:t>Command : </a:t>
            </a:r>
            <a:r>
              <a:rPr lang="en-IN" dirty="0" err="1"/>
              <a:t>aws</a:t>
            </a:r>
            <a:r>
              <a:rPr lang="en-IN" dirty="0"/>
              <a:t> </a:t>
            </a:r>
            <a:r>
              <a:rPr lang="en-IN" dirty="0" err="1"/>
              <a:t>sts</a:t>
            </a:r>
            <a:r>
              <a:rPr lang="en-IN" dirty="0"/>
              <a:t>  get-caller-identity – Make sure you use </a:t>
            </a:r>
            <a:r>
              <a:rPr lang="en-IN" dirty="0" err="1"/>
              <a:t>Lz</a:t>
            </a:r>
            <a:r>
              <a:rPr lang="en-IN" dirty="0"/>
              <a:t> admin user </a:t>
            </a:r>
          </a:p>
          <a:p>
            <a:endParaRPr lang="en-IN" dirty="0"/>
          </a:p>
          <a:p>
            <a:r>
              <a:rPr lang="en-IN" dirty="0"/>
              <a:t>Run the code build . If any </a:t>
            </a:r>
            <a:r>
              <a:rPr lang="en-IN" dirty="0" err="1"/>
              <a:t>any</a:t>
            </a:r>
            <a:r>
              <a:rPr lang="en-IN" dirty="0"/>
              <a:t> issues, check the region enabled and the service limits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B314F-1D13-9D19-ABC6-83AFD1119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014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7E9C-F12C-53B5-AFD8-BF1E2ACE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ADB24-35EB-7025-C717-DE402D54D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366BD-BFE9-AD4E-E913-E58BD56D0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Provide the all the right details inside the scripts and push the changes </a:t>
            </a:r>
          </a:p>
          <a:p>
            <a:r>
              <a:rPr lang="en-IN" dirty="0"/>
              <a:t>Login to control tower account . In </a:t>
            </a:r>
            <a:r>
              <a:rPr lang="en-IN" dirty="0" err="1"/>
              <a:t>dynamodb</a:t>
            </a:r>
            <a:r>
              <a:rPr lang="en-IN" dirty="0"/>
              <a:t> open the table aft-request Record inserted </a:t>
            </a:r>
          </a:p>
          <a:p>
            <a:endParaRPr lang="en-IN" dirty="0"/>
          </a:p>
          <a:p>
            <a:r>
              <a:rPr lang="en-IN" dirty="0"/>
              <a:t>Open the code pipeline see the status of the pipeline</a:t>
            </a:r>
          </a:p>
          <a:p>
            <a:r>
              <a:rPr lang="en-IN" dirty="0"/>
              <a:t>Open SQS message pushed for Lambda </a:t>
            </a:r>
          </a:p>
          <a:p>
            <a:r>
              <a:rPr lang="en-IN" dirty="0"/>
              <a:t>In </a:t>
            </a:r>
            <a:r>
              <a:rPr lang="en-IN" dirty="0" err="1"/>
              <a:t>cloudwatch</a:t>
            </a:r>
            <a:r>
              <a:rPr lang="en-IN" dirty="0"/>
              <a:t> you can see logs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83628-A922-DCE0-C24E-A089E39AE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58701-C990-43AC-AE58-68A81D7232B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4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BFD7-F08C-82E6-1C09-2AB95286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Secure the Management Account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EB053-4696-8E62-2967-3FF187A89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71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3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CD22-1512-E852-0810-CD7E0276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426E-342E-1062-E063-8442D4D5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KMS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1E298-CB46-C50F-DAF9-7D9E861C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4" y="1121314"/>
            <a:ext cx="8461612" cy="573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5A92-BA86-26F7-1281-9BE51860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4B2A-7F39-877E-E55E-D2D36F62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KMS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0B909-4244-E32A-C451-C665AF59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17" y="1014748"/>
            <a:ext cx="7343477" cy="579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6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E0DB-3F23-1F8B-C6BB-02C78F6C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22B4-55BD-D52E-2068-5F3E9A04A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KMS Key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278DE-7D94-3A97-A0D4-DEF8265E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1494442"/>
            <a:ext cx="3724795" cy="2886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283D06-BFDE-A57F-366F-DC8013BD1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413" y="1494442"/>
            <a:ext cx="4610743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6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BABE-CD53-91C9-D1D6-50C6CD53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F946-2CC4-C94C-8992-BB037696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Budgets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5BF5D-37B2-F5FF-1591-7FF44180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27" y="1143000"/>
            <a:ext cx="5515745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2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AC9C-EB3A-1A59-2707-BF9E2FF4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D458-E402-F1D2-77F2-CDD33FF8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Budgets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41D23-95E9-3C14-BF27-AA2F369BD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167" y="970728"/>
            <a:ext cx="4686954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9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BB64-5D17-FDD4-E29A-E62EB4DE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C566-6C92-DACD-F248-190C17DE3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Budgets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C05680-3F69-0916-6541-A4ED33791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93" y="1333340"/>
            <a:ext cx="8865813" cy="46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5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1FAB-2378-FF74-0E7B-6058D2B0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9094-8037-09BF-284B-DEAE1C64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Budgets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1BDA9-0FBD-156B-1D73-6CA3A2609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8" y="1155794"/>
            <a:ext cx="8584444" cy="57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46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7379-E207-C343-BE87-25FA834C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B470-30AF-2CE9-0413-6D9DCC2B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SNS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39CAC-B61E-E19F-A50F-5F317685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1" y="1557076"/>
            <a:ext cx="8106906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48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DBCB-1B0B-44A8-D55E-012B1606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33F4-F261-A2D3-E5AF-FC15EA46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Enable MFA for Landing zone administrator user</a:t>
            </a:r>
          </a:p>
        </p:txBody>
      </p:sp>
    </p:spTree>
    <p:extLst>
      <p:ext uri="{BB962C8B-B14F-4D97-AF65-F5344CB8AC3E}">
        <p14:creationId xmlns:p14="http://schemas.microsoft.com/office/powerpoint/2010/main" val="190274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5731-C7CC-34AA-9623-8C7498CB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B623-538E-B7F5-2EC1-A2917D706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BE59F-A378-8837-15E4-FD4D025E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207" y="924294"/>
            <a:ext cx="5415586" cy="593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4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ED8C-9B78-C9CA-B883-AB739C16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3AB5-33A7-F5C4-A29D-C5D18759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CB932-D472-02DB-E5E3-F7EFEA681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732" y="1183897"/>
            <a:ext cx="6344535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24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33A6-3F67-E420-2D75-DD492BB6D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828C-4D33-B313-E871-D947B344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26A88-4B61-E631-EE86-657EBF3C5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531" y="1315864"/>
            <a:ext cx="4008937" cy="554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73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621CA-6254-7FB5-D05D-0A52CEF9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B4B5-197E-3C3E-FB95-52DB5F20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A201C-6EEB-08BB-8505-327FE2CA4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720" y="1109325"/>
            <a:ext cx="5442559" cy="567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20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10C1-0E99-7EC0-A552-FE7B996E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B9C7-9059-9136-C6BB-227A0A04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7756A-FA7E-175A-9D6F-211AB8F5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217" y="1438135"/>
            <a:ext cx="5158854" cy="325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5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11E6-910D-A047-992B-A463FA7E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5D5C-AF31-7F0F-013C-B4DFAAAB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C3E65-0DDE-876F-1D79-0620F8F89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864" y="1399892"/>
            <a:ext cx="6068272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66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0AC9-3C2C-D8C7-4DFE-8E61DFCD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9A0B-B8E2-076B-96AA-7D09D36C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D5BC1-B6DF-4BF3-A4BD-6DD50DA9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022" y="1304628"/>
            <a:ext cx="5953956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7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4D6E2-E4CC-7EAD-03F2-AC68B8C3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BA51-4E83-B345-5037-D71C8ACB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757B29-D7F6-CF91-A9DB-84A13682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8" y="1928710"/>
            <a:ext cx="8693624" cy="300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37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9DDAC-CE09-3535-0EAD-55412C625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DC9D-D96F-BDEE-FB56-2CF26715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07F8DE-D52E-DEED-6A5F-1B44FE9AA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547" y="2061971"/>
            <a:ext cx="7020905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95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99FD-0635-47B0-1A94-72B0F48C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4AF24-ECBC-4678-A4F4-B8FD0F9D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Control Tower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C71CDF-44D7-39F3-6B78-58740C467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10" y="1914313"/>
            <a:ext cx="7192379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9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F36F-D43C-8FD9-7B36-A916ACB7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940E-E7A5-28F5-ABFC-BAB1F73C3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/>
          <a:lstStyle/>
          <a:p>
            <a:r>
              <a:rPr lang="en-IN" dirty="0"/>
              <a:t>AWS SSO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E96B6-5793-80EF-E3DC-7F34E280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89" y="1819050"/>
            <a:ext cx="7859222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1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EFB5-BEFE-FC45-1438-2FAED087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C2C9-F232-F88F-E753-BA49D1DA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AFT (Account Factory for Terraform)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28BCA-AAF1-B8FD-CD5A-96F3F7B90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17" y="1268543"/>
            <a:ext cx="7216765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83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BCD5-77D2-FA63-1F51-9C6262A0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CEB8-96FB-C34B-DD9E-FE155762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AFT (Account Factory for Terraform)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745D90-6CF8-6673-3ED4-41D5C05C9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69" y="2339245"/>
            <a:ext cx="7178662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75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F2D40-4C6A-8B61-DF14-F71017C1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CF71-26BF-B368-E616-E9FC481B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AFT (Account Factory for Terraform)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CD2EF-FDBB-523B-39E6-CE60FE185D6F}"/>
              </a:ext>
            </a:extLst>
          </p:cNvPr>
          <p:cNvSpPr txBox="1"/>
          <p:nvPr/>
        </p:nvSpPr>
        <p:spPr>
          <a:xfrm>
            <a:off x="354844" y="2678921"/>
            <a:ext cx="781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https://github.com/hashicorp-education/learn-terraform-aft-account-request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39296-78C0-5926-5DE5-5291BC119843}"/>
              </a:ext>
            </a:extLst>
          </p:cNvPr>
          <p:cNvSpPr txBox="1"/>
          <p:nvPr/>
        </p:nvSpPr>
        <p:spPr>
          <a:xfrm>
            <a:off x="354844" y="4261513"/>
            <a:ext cx="8741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https://github.com/hashicorp-education/learn-terraform-aft-account-provisioning-customizations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EF36B-A9DF-1DAD-E98B-6CA0E33600E9}"/>
              </a:ext>
            </a:extLst>
          </p:cNvPr>
          <p:cNvSpPr txBox="1"/>
          <p:nvPr/>
        </p:nvSpPr>
        <p:spPr>
          <a:xfrm>
            <a:off x="354844" y="3496650"/>
            <a:ext cx="8127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https://github.com/hashicorp-education/learn-terraform-aft-account-customizations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FC4DD-04C6-EC3D-D14C-B3530DE2E04E}"/>
              </a:ext>
            </a:extLst>
          </p:cNvPr>
          <p:cNvSpPr txBox="1"/>
          <p:nvPr/>
        </p:nvSpPr>
        <p:spPr>
          <a:xfrm>
            <a:off x="354844" y="5294109"/>
            <a:ext cx="8127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https://github.com/hashicorp-education/learn-terraform-aft-global-customizations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5E5CE-EEEF-E209-A9F6-3E2E43AF133C}"/>
              </a:ext>
            </a:extLst>
          </p:cNvPr>
          <p:cNvSpPr txBox="1"/>
          <p:nvPr/>
        </p:nvSpPr>
        <p:spPr>
          <a:xfrm>
            <a:off x="354844" y="1772860"/>
            <a:ext cx="7670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https://github.com/hashicorp-education/learn-terraform-aws-control-tower-aft</a:t>
            </a:r>
          </a:p>
        </p:txBody>
      </p:sp>
    </p:spTree>
    <p:extLst>
      <p:ext uri="{BB962C8B-B14F-4D97-AF65-F5344CB8AC3E}">
        <p14:creationId xmlns:p14="http://schemas.microsoft.com/office/powerpoint/2010/main" val="74599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88DAA-94D1-1816-AEC6-3C644D5C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1119-A417-E578-32A8-E24DCB27B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4" y="0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AFT Account creation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2947C-6469-6736-4429-0505F44AC5CF}"/>
              </a:ext>
            </a:extLst>
          </p:cNvPr>
          <p:cNvSpPr txBox="1"/>
          <p:nvPr/>
        </p:nvSpPr>
        <p:spPr>
          <a:xfrm>
            <a:off x="191070" y="1887351"/>
            <a:ext cx="781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https://github.com/hashicorp-education/learn-terraform-aft-account-request</a:t>
            </a:r>
          </a:p>
        </p:txBody>
      </p:sp>
    </p:spTree>
    <p:extLst>
      <p:ext uri="{BB962C8B-B14F-4D97-AF65-F5344CB8AC3E}">
        <p14:creationId xmlns:p14="http://schemas.microsoft.com/office/powerpoint/2010/main" val="352621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639</Words>
  <Application>Microsoft Office PowerPoint</Application>
  <PresentationFormat>On-screen Show (4:3)</PresentationFormat>
  <Paragraphs>82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Secure the Management Account</vt:lpstr>
      <vt:lpstr>KMS Key</vt:lpstr>
      <vt:lpstr>KMS Key</vt:lpstr>
      <vt:lpstr>KMS Key</vt:lpstr>
      <vt:lpstr>Budgets</vt:lpstr>
      <vt:lpstr>Budgets</vt:lpstr>
      <vt:lpstr>Budgets</vt:lpstr>
      <vt:lpstr>Budgets</vt:lpstr>
      <vt:lpstr>SNS Topic</vt:lpstr>
      <vt:lpstr>Enable MFA for Landing zone administrator user</vt:lpstr>
      <vt:lpstr>Control Tower</vt:lpstr>
      <vt:lpstr>Control Tower</vt:lpstr>
      <vt:lpstr>Control Tower</vt:lpstr>
      <vt:lpstr>Control Tower</vt:lpstr>
      <vt:lpstr>Control Tower</vt:lpstr>
      <vt:lpstr>Control Tower</vt:lpstr>
      <vt:lpstr>Control Tower</vt:lpstr>
      <vt:lpstr>Control Tower</vt:lpstr>
      <vt:lpstr>Control Tower</vt:lpstr>
      <vt:lpstr>Control Tower</vt:lpstr>
      <vt:lpstr>AWS SSO</vt:lpstr>
      <vt:lpstr>AFT (Account Factory for Terraform)</vt:lpstr>
      <vt:lpstr>AFT (Account Factory for Terraform)</vt:lpstr>
      <vt:lpstr>AFT (Account Factory for Terraform)</vt:lpstr>
      <vt:lpstr>AFT Account creation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SriKrishna Prakash</cp:lastModifiedBy>
  <cp:revision>60</cp:revision>
  <dcterms:created xsi:type="dcterms:W3CDTF">2013-01-27T09:14:16Z</dcterms:created>
  <dcterms:modified xsi:type="dcterms:W3CDTF">2026-02-18T05:43:42Z</dcterms:modified>
  <cp:category/>
</cp:coreProperties>
</file>